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I'll present a brief code review of our Trivia Maze codebase, focusing on separation of concerns between the maze domain, persistence layer, and presentation. I'll cover what we did well, one violation we found, and a concrete fix.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codebase maintains strict boundaries. maze.py has zero project imports—only stdlib. db.py uses only primitives like player_row, player_col, visited_cells as lists—no maze types. main.py handles all translation. However, we found one violation: when the player wins, main.py asks 'Play again?' using a raw input() call instead of delegating to view. Our interfaces document says view.py owns all I/O. We need to fix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is simple. view.py already has prompt_replay() which asks 'Venture into the forest again?' and returns True for yes. We just need to replace the raw input block in main.py with a call to view.prompt_replay(). That restores our I/O constraint, keeps main focused on orchestration, and makes the codebase consistent with how we handle prompt_name and prompt_resume.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our separation of concerns is strong. The only issue is the replay prompt. The fix is a one-line change.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Code Review: Separation of Concerns</a:t>
            </a:r>
          </a:p>
        </p:txBody>
      </p:sp>
      <p:sp>
        <p:nvSpPr>
          <p:cNvPr id="3" name="Subtitle 2"/>
          <p:cNvSpPr>
            <a:spLocks noGrp="1"/>
          </p:cNvSpPr>
          <p:nvPr>
            <p:ph type="subTitle" idx="1"/>
          </p:nvPr>
        </p:nvSpPr>
        <p:spPr/>
        <p:txBody>
          <a:bodyPr/>
          <a:lstStyle/>
          <a:p>
            <a:r>
              <a:t>S504_TriviaMaze_TeamDelta — Senior Staff Engineer Assessment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Separation of Concerns Assessment</a:t>
            </a:r>
          </a:p>
        </p:txBody>
      </p:sp>
      <p:sp>
        <p:nvSpPr>
          <p:cNvPr id="3" name="Content Placeholder 2"/>
          <p:cNvSpPr>
            <a:spLocks noGrp="1"/>
          </p:cNvSpPr>
          <p:nvPr>
            <p:ph idx="1"/>
          </p:nvPr>
        </p:nvSpPr>
        <p:spPr/>
        <p:txBody>
          <a:bodyPr/>
          <a:lstStyle/>
          <a:p>
            <a:pPr>
              <a:defRPr sz="1800"/>
            </a:pPr>
            <a:r>
              <a:t>Maze and DB are fully decoupled — neither imports from the other</a:t>
            </a:r>
          </a:p>
          <a:p>
            <a:pPr>
              <a:defRPr sz="1800"/>
            </a:pPr>
            <a:r>
              <a:t>main.py is the sole translation layer (Position ↔ primitives)</a:t>
            </a:r>
          </a:p>
          <a:p>
            <a:pPr>
              <a:defRPr sz="1800"/>
            </a:pPr>
            <a:r>
              <a:t>I/O violation: main.py line 406 calls input() directly for replay prompt</a:t>
            </a:r>
          </a:p>
          <a:p>
            <a:pPr>
              <a:defRPr sz="1800"/>
            </a:pPr>
            <a:r>
              <a:t>Per interfaces.md: all print() and input() must reside in view.py only</a:t>
            </a:r>
          </a:p>
          <a:p>
            <a:pPr>
              <a:defRPr sz="1800"/>
            </a:pPr>
            <a:r>
              <a:t>View imports only from maze; GUI modules correctly use QuizMazeGame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Concrete Refactoring Recommendation</a:t>
            </a:r>
          </a:p>
        </p:txBody>
      </p:sp>
      <p:sp>
        <p:nvSpPr>
          <p:cNvPr id="3" name="Content Placeholder 2"/>
          <p:cNvSpPr>
            <a:spLocks noGrp="1"/>
          </p:cNvSpPr>
          <p:nvPr>
            <p:ph idx="1"/>
          </p:nvPr>
        </p:nvSpPr>
        <p:spPr/>
        <p:txBody>
          <a:bodyPr/>
          <a:lstStyle/>
          <a:p>
            <a:pPr>
              <a:defRPr sz="1800"/>
            </a:pPr>
            <a:r>
              <a:t>Replace input('\nPlay again? (y/n): ') in main.py with view.prompt_replay()</a:t>
            </a:r>
          </a:p>
          <a:p>
            <a:pPr>
              <a:defRPr sz="1800"/>
            </a:pPr>
            <a:r>
              <a:t>view.prompt_replay() already exists with the themed prompt</a:t>
            </a:r>
          </a:p>
          <a:p>
            <a:pPr>
              <a:defRPr sz="1800"/>
            </a:pPr>
            <a:r>
              <a:t>Restores the I/O rule; centralizes all prompts in view</a:t>
            </a:r>
          </a:p>
          <a:p>
            <a:pPr>
              <a:defRPr sz="1800"/>
            </a:pPr>
            <a:r>
              <a:t>One-line change: if view.prompt_replay(): instead of manual input/parse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pPr>
              <a:defRPr sz="1800"/>
            </a:pPr>
            <a:r>
              <a:t>Architecture is sound — maze and db stay decoupled</a:t>
            </a:r>
          </a:p>
          <a:p>
            <a:pPr>
              <a:defRPr sz="1800"/>
            </a:pPr>
            <a:r>
              <a:t>One I/O leak: replay prompt in main.py</a:t>
            </a:r>
          </a:p>
          <a:p>
            <a:pPr>
              <a:defRPr sz="1800"/>
            </a:pPr>
            <a:r>
              <a:t>Fix: use view.prompt_replay() — one 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